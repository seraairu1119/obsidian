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48" y="1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8F8ED4-6356-4427-9BE1-30E85B828F74}" type="datetimeFigureOut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CA754B-EA72-43E8-8C2E-32663151C5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2455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342F1F4-E6E4-41B4-6C59-991B1325C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>
            <a:extLst>
              <a:ext uri="{FF2B5EF4-FFF2-40B4-BE49-F238E27FC236}">
                <a16:creationId xmlns:a16="http://schemas.microsoft.com/office/drawing/2014/main" id="{8F6A9C6F-5746-3C50-8908-72F4BEF7B5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:notes">
            <a:extLst>
              <a:ext uri="{FF2B5EF4-FFF2-40B4-BE49-F238E27FC236}">
                <a16:creationId xmlns:a16="http://schemas.microsoft.com/office/drawing/2014/main" id="{D5DF5FC8-9373-2640-D264-4303DD3E1A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8167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761739-DF4A-63F6-2612-AAC111D13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B07AFC5-4079-0379-D19D-DB557EB416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5E4DDA-9D1B-E4D5-36F1-D9073CDA1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06F8-9809-4B0C-BF3D-3C2A83B0FB9F}" type="datetimeFigureOut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F5B6D4-47B7-D308-16FB-0B9CCA785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A15BDE-E45A-D1A1-2A76-82E78F3ED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7B540-ED87-4ECE-AEC5-EC35EFAE02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066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4B1DFB-717A-B780-DCE9-27BC74A92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33090B-E21F-D0B2-9B66-342153ABB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2CCE99-B93A-C741-0F49-4486C5A4C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06F8-9809-4B0C-BF3D-3C2A83B0FB9F}" type="datetimeFigureOut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FC6C05-A13D-6FB3-9054-83857E621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C8781D-E98C-29EB-43D3-68435FF39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7B540-ED87-4ECE-AEC5-EC35EFAE02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3383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0A0AD8-2661-0CF6-37A6-DE5436832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A86343B-A588-F432-5992-1AB05AAEC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49ABD6-DFE1-6F43-4698-E2FFF84D4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06F8-9809-4B0C-BF3D-3C2A83B0FB9F}" type="datetimeFigureOut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1ABC98-FB6A-3DF7-CD0F-B05F5C96C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DA6C55-D49D-7A6C-1E5B-0B2318845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7B540-ED87-4ECE-AEC5-EC35EFAE02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5000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72A161-DEED-E33B-BDD5-91DEF050D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C5EC79-A46A-3AEA-E670-FB4334737D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5795003-84D1-D317-6BB9-D890A95F6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9B77A63-F364-D91E-F09F-8346BF437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06F8-9809-4B0C-BF3D-3C2A83B0FB9F}" type="datetimeFigureOut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8927D6-8408-EA1A-A6ED-43F485CDC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92E635-BE50-1445-2FA0-9C737135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7B540-ED87-4ECE-AEC5-EC35EFAE02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6195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2A4950-23D0-AAAF-E14F-CD3898E00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8F1FD72-BEDD-8C2B-E8A0-71D987A76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09AC88C-4DEA-9C8F-1549-20FCA4176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ED344FA-F528-50A0-F378-BDDB4A1C1A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5F153E2-3507-429D-19EE-0D3081AF9E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423D9D-BFA5-8BEF-EF31-D118AF2A5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06F8-9809-4B0C-BF3D-3C2A83B0FB9F}" type="datetimeFigureOut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709D1FC-D3FA-6F3F-32A1-B9671A0FA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E7A7B08-5875-230E-DEB0-DC3041231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7B540-ED87-4ECE-AEC5-EC35EFAE02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936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8A7E80-A15B-D965-345F-28C1F7299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3F66FA9-75F3-2CE2-FD46-D34D3BD7C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06F8-9809-4B0C-BF3D-3C2A83B0FB9F}" type="datetimeFigureOut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5918DA1-8E3B-2090-D5E5-131D0D47F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D952942-8403-80A9-18A6-FC180C842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7B540-ED87-4ECE-AEC5-EC35EFAE02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4816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95CA59C-25C8-8AFE-CFA9-74DDC4315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06F8-9809-4B0C-BF3D-3C2A83B0FB9F}" type="datetimeFigureOut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B4B3D34-1A74-DC08-AA40-74796D7A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F0C8227-D5A0-C823-2AD0-B29C82E0A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7B540-ED87-4ECE-AEC5-EC35EFAE02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1013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007915-62E0-CE50-0C62-7462BF948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414F68-4E89-11BD-8BCE-70D0C93FF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D92C620-17B1-4764-4534-7CB17D981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D60AD1-2E09-FCC4-5F10-18541765A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06F8-9809-4B0C-BF3D-3C2A83B0FB9F}" type="datetimeFigureOut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FC46A8C-E891-C139-B8F3-AB86AD2C6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2FDF7F-B3D5-13B7-8D61-DA86CD5D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7B540-ED87-4ECE-AEC5-EC35EFAE02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8293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3E7E62-D901-9182-0BF7-0A5278C9F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CA46321-ECF0-6F71-B61B-149D0688EA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9BA4065-5E83-3D17-AF26-3CFE4BE47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9D9F6CB-7C5A-7AAE-8908-149FD8E4A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06F8-9809-4B0C-BF3D-3C2A83B0FB9F}" type="datetimeFigureOut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411E599-5553-1B0C-FC17-85603F7BD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6081F1A-7767-53AF-0393-E58A92B57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7B540-ED87-4ECE-AEC5-EC35EFAE02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6603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2CDBE0-5E8F-9108-9221-72E87B7F2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B569F54-A20E-E4DD-4AFB-A95E76BDD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43BAC0-AA38-E913-0882-F68D12B33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06F8-9809-4B0C-BF3D-3C2A83B0FB9F}" type="datetimeFigureOut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4CF4A2-32EC-79B7-F56C-5BA73A6D1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401E37-9F91-6A3B-115F-FBBE380E9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7B540-ED87-4ECE-AEC5-EC35EFAE02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1029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488A824-7E28-162D-1AC9-BAB4AF1B37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F880FC7-733A-88CC-634F-03F92D050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0D98BE-D15B-AFD1-3641-00294F15D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06F8-9809-4B0C-BF3D-3C2A83B0FB9F}" type="datetimeFigureOut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237C6B-30A4-7C1D-4525-C1D31DCCA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7F2C4E-3840-30C4-D9E1-53FF583B9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7B540-ED87-4ECE-AEC5-EC35EFAE02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6663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9DE4C73-6E88-FBCE-3DEB-CD700DAF7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99A7EF-040F-66BE-61B8-B3D77B21B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925906-C7F5-F365-5AB9-0CF41CDE22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5506F8-9809-4B0C-BF3D-3C2A83B0FB9F}" type="datetimeFigureOut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557483-338B-DE89-510C-8CDE3A1169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69FA9A-E82D-418A-11D6-18DB9A4214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7B540-ED87-4ECE-AEC5-EC35EFAE02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565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582AEF9B-02D4-BA85-878D-EBC250FD6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フリーフォーム: 図形 53">
            <a:extLst>
              <a:ext uri="{FF2B5EF4-FFF2-40B4-BE49-F238E27FC236}">
                <a16:creationId xmlns:a16="http://schemas.microsoft.com/office/drawing/2014/main" id="{B3C9BFF3-3D7F-B15C-06D8-26BD9026EA5E}"/>
              </a:ext>
            </a:extLst>
          </p:cNvPr>
          <p:cNvSpPr/>
          <p:nvPr/>
        </p:nvSpPr>
        <p:spPr>
          <a:xfrm>
            <a:off x="8509000" y="1"/>
            <a:ext cx="4216400" cy="2810880"/>
          </a:xfrm>
          <a:custGeom>
            <a:avLst/>
            <a:gdLst>
              <a:gd name="csX0" fmla="*/ 481 w 3705225"/>
              <a:gd name="csY0" fmla="*/ 0 h 2867025"/>
              <a:gd name="csX1" fmla="*/ 3705225 w 3705225"/>
              <a:gd name="csY1" fmla="*/ 0 h 2867025"/>
              <a:gd name="csX2" fmla="*/ 3705225 w 3705225"/>
              <a:gd name="csY2" fmla="*/ 2739074 h 2867025"/>
              <a:gd name="csX3" fmla="*/ 3433386 w 3705225"/>
              <a:gd name="csY3" fmla="*/ 2808971 h 2867025"/>
              <a:gd name="csX4" fmla="*/ 2857500 w 3705225"/>
              <a:gd name="csY4" fmla="*/ 2867025 h 2867025"/>
              <a:gd name="csX5" fmla="*/ 0 w 3705225"/>
              <a:gd name="csY5" fmla="*/ 9525 h 28670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705225" h="2867025">
                <a:moveTo>
                  <a:pt x="481" y="0"/>
                </a:moveTo>
                <a:lnTo>
                  <a:pt x="3705225" y="0"/>
                </a:lnTo>
                <a:lnTo>
                  <a:pt x="3705225" y="2739074"/>
                </a:lnTo>
                <a:lnTo>
                  <a:pt x="3433386" y="2808971"/>
                </a:lnTo>
                <a:cubicBezTo>
                  <a:pt x="3247370" y="2847035"/>
                  <a:pt x="3054769" y="2867025"/>
                  <a:pt x="2857500" y="2867025"/>
                </a:cubicBezTo>
                <a:cubicBezTo>
                  <a:pt x="1279346" y="2867025"/>
                  <a:pt x="0" y="1587679"/>
                  <a:pt x="0" y="9525"/>
                </a:cubicBezTo>
                <a:close/>
              </a:path>
            </a:pathLst>
          </a:cu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フリーフォーム: 図形 69">
            <a:extLst>
              <a:ext uri="{FF2B5EF4-FFF2-40B4-BE49-F238E27FC236}">
                <a16:creationId xmlns:a16="http://schemas.microsoft.com/office/drawing/2014/main" id="{3C64303E-C476-2C8D-4A6B-5591E5C166A7}"/>
              </a:ext>
            </a:extLst>
          </p:cNvPr>
          <p:cNvSpPr/>
          <p:nvPr/>
        </p:nvSpPr>
        <p:spPr>
          <a:xfrm>
            <a:off x="9101667" y="-74135"/>
            <a:ext cx="3105082" cy="1948316"/>
          </a:xfrm>
          <a:custGeom>
            <a:avLst/>
            <a:gdLst>
              <a:gd name="csX0" fmla="*/ 0 w 4071053"/>
              <a:gd name="csY0" fmla="*/ 0 h 2891061"/>
              <a:gd name="csX1" fmla="*/ 4071053 w 4071053"/>
              <a:gd name="csY1" fmla="*/ 0 h 2891061"/>
              <a:gd name="csX2" fmla="*/ 4071053 w 4071053"/>
              <a:gd name="csY2" fmla="*/ 2873459 h 2891061"/>
              <a:gd name="csX3" fmla="*/ 3911996 w 4071053"/>
              <a:gd name="csY3" fmla="*/ 2885898 h 2891061"/>
              <a:gd name="csX4" fmla="*/ 3713438 w 4071053"/>
              <a:gd name="csY4" fmla="*/ 2891061 h 2891061"/>
              <a:gd name="csX5" fmla="*/ 28415 w 4071053"/>
              <a:gd name="csY5" fmla="*/ 102907 h 28910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071053" h="2891061">
                <a:moveTo>
                  <a:pt x="0" y="0"/>
                </a:moveTo>
                <a:lnTo>
                  <a:pt x="4071053" y="0"/>
                </a:lnTo>
                <a:lnTo>
                  <a:pt x="4071053" y="2873459"/>
                </a:lnTo>
                <a:lnTo>
                  <a:pt x="3911996" y="2885898"/>
                </a:lnTo>
                <a:cubicBezTo>
                  <a:pt x="3846231" y="2889326"/>
                  <a:pt x="3780031" y="2891061"/>
                  <a:pt x="3713438" y="2891061"/>
                </a:cubicBezTo>
                <a:cubicBezTo>
                  <a:pt x="1982010" y="2891061"/>
                  <a:pt x="516944" y="1718223"/>
                  <a:pt x="28415" y="102907"/>
                </a:cubicBezTo>
                <a:close/>
              </a:path>
            </a:pathLst>
          </a:cu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フリーフォーム: 図形 67">
            <a:extLst>
              <a:ext uri="{FF2B5EF4-FFF2-40B4-BE49-F238E27FC236}">
                <a16:creationId xmlns:a16="http://schemas.microsoft.com/office/drawing/2014/main" id="{EC319ED6-DA55-98E8-B2AF-B87CAFD8D380}"/>
              </a:ext>
            </a:extLst>
          </p:cNvPr>
          <p:cNvSpPr/>
          <p:nvPr/>
        </p:nvSpPr>
        <p:spPr>
          <a:xfrm>
            <a:off x="9787467" y="-19709"/>
            <a:ext cx="2450722" cy="1406741"/>
          </a:xfrm>
          <a:custGeom>
            <a:avLst/>
            <a:gdLst>
              <a:gd name="csX0" fmla="*/ 0 w 3404723"/>
              <a:gd name="csY0" fmla="*/ 0 h 2189704"/>
              <a:gd name="csX1" fmla="*/ 3404723 w 3404723"/>
              <a:gd name="csY1" fmla="*/ 0 h 2189704"/>
              <a:gd name="csX2" fmla="*/ 3404723 w 3404723"/>
              <a:gd name="csY2" fmla="*/ 2189704 h 2189704"/>
              <a:gd name="csX3" fmla="*/ 3251095 w 3404723"/>
              <a:gd name="csY3" fmla="*/ 2185709 h 2189704"/>
              <a:gd name="csX4" fmla="*/ 56858 w 3404723"/>
              <a:gd name="csY4" fmla="*/ 114171 h 21897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404723" h="2189704">
                <a:moveTo>
                  <a:pt x="0" y="0"/>
                </a:moveTo>
                <a:lnTo>
                  <a:pt x="3404723" y="0"/>
                </a:lnTo>
                <a:lnTo>
                  <a:pt x="3404723" y="2189704"/>
                </a:lnTo>
                <a:lnTo>
                  <a:pt x="3251095" y="2185709"/>
                </a:lnTo>
                <a:cubicBezTo>
                  <a:pt x="1870032" y="2113713"/>
                  <a:pt x="680553" y="1294921"/>
                  <a:pt x="56858" y="1141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フリーフォーム: 図形 65">
            <a:extLst>
              <a:ext uri="{FF2B5EF4-FFF2-40B4-BE49-F238E27FC236}">
                <a16:creationId xmlns:a16="http://schemas.microsoft.com/office/drawing/2014/main" id="{EEA4F140-A5E4-61A7-6273-90B85BDFE6EB}"/>
              </a:ext>
            </a:extLst>
          </p:cNvPr>
          <p:cNvSpPr/>
          <p:nvPr/>
        </p:nvSpPr>
        <p:spPr>
          <a:xfrm>
            <a:off x="10524067" y="-30782"/>
            <a:ext cx="1750167" cy="896860"/>
          </a:xfrm>
          <a:custGeom>
            <a:avLst/>
            <a:gdLst>
              <a:gd name="csX0" fmla="*/ 0 w 2948241"/>
              <a:gd name="csY0" fmla="*/ 0 h 1919134"/>
              <a:gd name="csX1" fmla="*/ 2948241 w 2948241"/>
              <a:gd name="csY1" fmla="*/ 0 h 1919134"/>
              <a:gd name="csX2" fmla="*/ 2948241 w 2948241"/>
              <a:gd name="csY2" fmla="*/ 1919134 h 1919134"/>
              <a:gd name="csX3" fmla="*/ 2915811 w 2948241"/>
              <a:gd name="csY3" fmla="*/ 1916598 h 1919134"/>
              <a:gd name="csX4" fmla="*/ 110796 w 2948241"/>
              <a:gd name="csY4" fmla="*/ 187559 h 19191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48241" h="1919134">
                <a:moveTo>
                  <a:pt x="0" y="0"/>
                </a:moveTo>
                <a:lnTo>
                  <a:pt x="2948241" y="0"/>
                </a:lnTo>
                <a:lnTo>
                  <a:pt x="2948241" y="1919134"/>
                </a:lnTo>
                <a:lnTo>
                  <a:pt x="2915811" y="1916598"/>
                </a:lnTo>
                <a:cubicBezTo>
                  <a:pt x="1748410" y="1794672"/>
                  <a:pt x="734855" y="1137544"/>
                  <a:pt x="110796" y="187559"/>
                </a:cubicBezTo>
                <a:close/>
              </a:path>
            </a:pathLst>
          </a:cu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36DF17A4-D36C-CDD0-D24A-9FFEDC4F426A}"/>
              </a:ext>
            </a:extLst>
          </p:cNvPr>
          <p:cNvSpPr/>
          <p:nvPr/>
        </p:nvSpPr>
        <p:spPr>
          <a:xfrm>
            <a:off x="4386145" y="1159876"/>
            <a:ext cx="7120493" cy="4832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D3B0BE60-F6BD-D619-88A2-9728A4895238}"/>
              </a:ext>
            </a:extLst>
          </p:cNvPr>
          <p:cNvSpPr txBox="1"/>
          <p:nvPr/>
        </p:nvSpPr>
        <p:spPr>
          <a:xfrm>
            <a:off x="586566" y="375543"/>
            <a:ext cx="175519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自己紹介</a:t>
            </a:r>
            <a:endParaRPr sz="2400" dirty="0"/>
          </a:p>
        </p:txBody>
      </p:sp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23F07F0B-2EB1-B531-E8FA-00A40281937A}"/>
              </a:ext>
            </a:extLst>
          </p:cNvPr>
          <p:cNvSpPr/>
          <p:nvPr/>
        </p:nvSpPr>
        <p:spPr>
          <a:xfrm>
            <a:off x="354419" y="347198"/>
            <a:ext cx="127590" cy="44319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4F8283F1-4AAE-82C5-D47C-7406C94B1A89}"/>
              </a:ext>
            </a:extLst>
          </p:cNvPr>
          <p:cNvSpPr txBox="1"/>
          <p:nvPr/>
        </p:nvSpPr>
        <p:spPr>
          <a:xfrm>
            <a:off x="1174226" y="5752805"/>
            <a:ext cx="2144900" cy="505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ts val="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spc="300" dirty="0" err="1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世良</a:t>
            </a:r>
            <a:r>
              <a:rPr lang="en-US" sz="3200" b="1" i="0" u="none" strike="noStrike" cap="none" spc="3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sz="3200" b="1" i="0" u="none" strike="noStrike" cap="none" spc="300" dirty="0" err="1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愛留</a:t>
            </a:r>
            <a:endParaRPr lang="en-US" sz="3200" b="1" i="0" u="none" strike="noStrike" cap="none" spc="300" dirty="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spc="3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ja-JP" altLang="en-US" sz="3200" b="1" i="0" u="none" strike="noStrike" cap="none" spc="300" dirty="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ja-JP" altLang="en-US" sz="1600" b="1" dirty="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せら       あいる</a:t>
            </a:r>
            <a:endParaRPr sz="1600" dirty="0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48A8E6BF-1BAA-1CF2-E346-AD9430BE980D}"/>
              </a:ext>
            </a:extLst>
          </p:cNvPr>
          <p:cNvGrpSpPr/>
          <p:nvPr/>
        </p:nvGrpSpPr>
        <p:grpSpPr>
          <a:xfrm>
            <a:off x="874803" y="1426782"/>
            <a:ext cx="2743746" cy="3410524"/>
            <a:chOff x="816464" y="1356029"/>
            <a:chExt cx="2743746" cy="3410524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00BF7553-1CA4-EDA5-4D7F-4DBDE50C63B1}"/>
                </a:ext>
              </a:extLst>
            </p:cNvPr>
            <p:cNvSpPr/>
            <p:nvPr/>
          </p:nvSpPr>
          <p:spPr>
            <a:xfrm>
              <a:off x="816464" y="1449523"/>
              <a:ext cx="2627069" cy="331703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7C297148-F0B2-74EB-0622-31D2D0503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3141" y="1356029"/>
              <a:ext cx="2627069" cy="3317030"/>
            </a:xfrm>
            <a:prstGeom prst="rect">
              <a:avLst/>
            </a:prstGeom>
          </p:spPr>
        </p:pic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64AF54C3-4A92-AC6D-5797-508BF1F4835F}"/>
              </a:ext>
            </a:extLst>
          </p:cNvPr>
          <p:cNvGrpSpPr/>
          <p:nvPr/>
        </p:nvGrpSpPr>
        <p:grpSpPr>
          <a:xfrm>
            <a:off x="4629570" y="1387032"/>
            <a:ext cx="6960261" cy="360000"/>
            <a:chOff x="4629571" y="1387033"/>
            <a:chExt cx="6960261" cy="375683"/>
          </a:xfrm>
        </p:grpSpPr>
        <p:sp>
          <p:nvSpPr>
            <p:cNvPr id="96" name="Google Shape;96;p14">
              <a:extLst>
                <a:ext uri="{FF2B5EF4-FFF2-40B4-BE49-F238E27FC236}">
                  <a16:creationId xmlns:a16="http://schemas.microsoft.com/office/drawing/2014/main" id="{42757AD9-CF66-8984-95CD-C1FCAAF2E075}"/>
                </a:ext>
              </a:extLst>
            </p:cNvPr>
            <p:cNvSpPr txBox="1"/>
            <p:nvPr/>
          </p:nvSpPr>
          <p:spPr>
            <a:xfrm>
              <a:off x="6289631" y="1451763"/>
              <a:ext cx="5300201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spc="300" dirty="0" err="1">
                  <a:solidFill>
                    <a:srgbClr val="1A1A1A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東京理科大学大学院</a:t>
              </a:r>
              <a:r>
                <a:rPr lang="en-US" sz="1600" spc="300" dirty="0">
                  <a:solidFill>
                    <a:srgbClr val="1A1A1A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 </a:t>
              </a:r>
              <a:r>
                <a:rPr lang="en-US" sz="1600" spc="300" dirty="0" err="1">
                  <a:solidFill>
                    <a:srgbClr val="1A1A1A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創域理工学研究科</a:t>
              </a:r>
              <a:r>
                <a:rPr lang="en-US" sz="1600" spc="300" dirty="0">
                  <a:solidFill>
                    <a:srgbClr val="1A1A1A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 </a:t>
              </a:r>
              <a:r>
                <a:rPr lang="ja-JP" altLang="en-US" sz="1600" spc="300" dirty="0">
                  <a:solidFill>
                    <a:srgbClr val="1A1A1A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情報系</a:t>
              </a:r>
              <a:endParaRPr sz="1600" spc="300" dirty="0"/>
            </a:p>
          </p:txBody>
        </p:sp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94C97FEC-99D3-DB5D-90BA-17D76D5786D5}"/>
                </a:ext>
              </a:extLst>
            </p:cNvPr>
            <p:cNvSpPr/>
            <p:nvPr/>
          </p:nvSpPr>
          <p:spPr>
            <a:xfrm>
              <a:off x="4629571" y="1387033"/>
              <a:ext cx="1458994" cy="375683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>
              <a:noAutofit/>
            </a:bodyPr>
            <a:lstStyle/>
            <a:p>
              <a:pPr algn="ctr"/>
              <a:r>
                <a:rPr kumimoji="1" lang="ja-JP" altLang="en-US" sz="1600" b="1" spc="600" dirty="0"/>
                <a:t>所属</a:t>
              </a:r>
            </a:p>
          </p:txBody>
        </p:sp>
      </p:grp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98A51C33-4240-810B-ABEE-91E60FBCFFB5}"/>
              </a:ext>
            </a:extLst>
          </p:cNvPr>
          <p:cNvGrpSpPr/>
          <p:nvPr/>
        </p:nvGrpSpPr>
        <p:grpSpPr>
          <a:xfrm>
            <a:off x="4629570" y="3621393"/>
            <a:ext cx="6508361" cy="360000"/>
            <a:chOff x="4629570" y="3224188"/>
            <a:chExt cx="6508361" cy="375683"/>
          </a:xfrm>
        </p:grpSpPr>
        <p:sp>
          <p:nvSpPr>
            <p:cNvPr id="14" name="Google Shape;96;p14">
              <a:extLst>
                <a:ext uri="{FF2B5EF4-FFF2-40B4-BE49-F238E27FC236}">
                  <a16:creationId xmlns:a16="http://schemas.microsoft.com/office/drawing/2014/main" id="{C863B1A7-97A2-291E-5024-F5F3B58EC4A7}"/>
                </a:ext>
              </a:extLst>
            </p:cNvPr>
            <p:cNvSpPr txBox="1"/>
            <p:nvPr/>
          </p:nvSpPr>
          <p:spPr>
            <a:xfrm>
              <a:off x="6289631" y="3288918"/>
              <a:ext cx="4848300" cy="2569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600" spc="3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アカペラの部活に所属</a:t>
              </a:r>
              <a:endParaRPr sz="1600" spc="3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9FB8A2DF-9252-4F9D-60C2-D1DB3CCBF3F2}"/>
                </a:ext>
              </a:extLst>
            </p:cNvPr>
            <p:cNvSpPr/>
            <p:nvPr/>
          </p:nvSpPr>
          <p:spPr>
            <a:xfrm>
              <a:off x="4629570" y="3224188"/>
              <a:ext cx="1458994" cy="375683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>
              <a:noAutofit/>
            </a:bodyPr>
            <a:lstStyle/>
            <a:p>
              <a:pPr algn="ctr"/>
              <a:r>
                <a:rPr kumimoji="1" lang="ja-JP" altLang="en-US" sz="1600" b="1" spc="600" dirty="0"/>
                <a:t>部活動</a:t>
              </a:r>
            </a:p>
          </p:txBody>
        </p: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562F7833-BD18-0BA7-4C44-AB963E65CE86}"/>
              </a:ext>
            </a:extLst>
          </p:cNvPr>
          <p:cNvGrpSpPr/>
          <p:nvPr/>
        </p:nvGrpSpPr>
        <p:grpSpPr>
          <a:xfrm>
            <a:off x="4629570" y="2876606"/>
            <a:ext cx="6508361" cy="360000"/>
            <a:chOff x="4629571" y="2611803"/>
            <a:chExt cx="6508361" cy="375683"/>
          </a:xfrm>
        </p:grpSpPr>
        <p:sp>
          <p:nvSpPr>
            <p:cNvPr id="18" name="Google Shape;96;p14">
              <a:extLst>
                <a:ext uri="{FF2B5EF4-FFF2-40B4-BE49-F238E27FC236}">
                  <a16:creationId xmlns:a16="http://schemas.microsoft.com/office/drawing/2014/main" id="{74DC5720-115C-2CD2-909D-80C0CCA7890E}"/>
                </a:ext>
              </a:extLst>
            </p:cNvPr>
            <p:cNvSpPr txBox="1"/>
            <p:nvPr/>
          </p:nvSpPr>
          <p:spPr>
            <a:xfrm>
              <a:off x="6289632" y="2676533"/>
              <a:ext cx="4848300" cy="2569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600" spc="3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東京都江戸川</a:t>
              </a:r>
              <a:endParaRPr sz="1600" spc="3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B0831D3A-EFC5-D4B0-68EF-D69E877901CE}"/>
                </a:ext>
              </a:extLst>
            </p:cNvPr>
            <p:cNvSpPr/>
            <p:nvPr/>
          </p:nvSpPr>
          <p:spPr>
            <a:xfrm>
              <a:off x="4629571" y="2611803"/>
              <a:ext cx="1458994" cy="375683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>
              <a:noAutofit/>
            </a:bodyPr>
            <a:lstStyle/>
            <a:p>
              <a:pPr algn="ctr"/>
              <a:r>
                <a:rPr kumimoji="1" lang="ja-JP" altLang="en-US" sz="1600" b="1" spc="600" dirty="0"/>
                <a:t>出身地</a:t>
              </a:r>
            </a:p>
          </p:txBody>
        </p:sp>
      </p:grpSp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D4C66633-C35B-3308-2305-B738F78E949F}"/>
              </a:ext>
            </a:extLst>
          </p:cNvPr>
          <p:cNvGrpSpPr/>
          <p:nvPr/>
        </p:nvGrpSpPr>
        <p:grpSpPr>
          <a:xfrm>
            <a:off x="4629570" y="4366180"/>
            <a:ext cx="6508361" cy="360000"/>
            <a:chOff x="4629570" y="3836573"/>
            <a:chExt cx="6508361" cy="375683"/>
          </a:xfrm>
        </p:grpSpPr>
        <p:sp>
          <p:nvSpPr>
            <p:cNvPr id="30" name="Google Shape;96;p14">
              <a:extLst>
                <a:ext uri="{FF2B5EF4-FFF2-40B4-BE49-F238E27FC236}">
                  <a16:creationId xmlns:a16="http://schemas.microsoft.com/office/drawing/2014/main" id="{98E37DB7-2BA9-8D3F-883B-0E8058F4CB15}"/>
                </a:ext>
              </a:extLst>
            </p:cNvPr>
            <p:cNvSpPr txBox="1"/>
            <p:nvPr/>
          </p:nvSpPr>
          <p:spPr>
            <a:xfrm>
              <a:off x="6289631" y="3901303"/>
              <a:ext cx="48483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600" spc="300" dirty="0">
                  <a:solidFill>
                    <a:srgbClr val="1A1A1A"/>
                  </a:solidFill>
                  <a:latin typeface="Noto Sans JP"/>
                  <a:ea typeface="Noto Sans JP"/>
                  <a:sym typeface="Noto Sans JP"/>
                </a:rPr>
                <a:t>謎解き</a:t>
              </a:r>
              <a:r>
                <a:rPr lang="en-US" altLang="ja-JP" sz="1600" spc="300" dirty="0">
                  <a:solidFill>
                    <a:srgbClr val="1A1A1A"/>
                  </a:solidFill>
                  <a:latin typeface="Noto Sans JP"/>
                  <a:ea typeface="Noto Sans JP"/>
                  <a:sym typeface="Noto Sans JP"/>
                </a:rPr>
                <a:t>/</a:t>
              </a:r>
              <a:r>
                <a:rPr lang="ja-JP" altLang="en-US" sz="1600" spc="300" dirty="0">
                  <a:solidFill>
                    <a:srgbClr val="1A1A1A"/>
                  </a:solidFill>
                  <a:latin typeface="Noto Sans JP"/>
                  <a:ea typeface="Noto Sans JP"/>
                  <a:sym typeface="Noto Sans JP"/>
                </a:rPr>
                <a:t>リアル脱出ゲーム</a:t>
              </a:r>
              <a:r>
                <a:rPr lang="en-US" altLang="ja-JP" sz="1600" spc="300" dirty="0">
                  <a:solidFill>
                    <a:srgbClr val="1A1A1A"/>
                  </a:solidFill>
                  <a:latin typeface="Noto Sans JP"/>
                  <a:ea typeface="Noto Sans JP"/>
                  <a:sym typeface="Noto Sans JP"/>
                </a:rPr>
                <a:t>/</a:t>
              </a:r>
              <a:r>
                <a:rPr lang="ja-JP" altLang="en-US" sz="1600" spc="300" dirty="0">
                  <a:solidFill>
                    <a:srgbClr val="1A1A1A"/>
                  </a:solidFill>
                  <a:latin typeface="Noto Sans JP"/>
                  <a:ea typeface="Noto Sans JP"/>
                  <a:sym typeface="Noto Sans JP"/>
                </a:rPr>
                <a:t>スノボ</a:t>
              </a:r>
              <a:r>
                <a:rPr lang="en-US" altLang="ja-JP" sz="1600" spc="300" dirty="0">
                  <a:solidFill>
                    <a:srgbClr val="1A1A1A"/>
                  </a:solidFill>
                  <a:latin typeface="Noto Sans JP"/>
                  <a:ea typeface="Noto Sans JP"/>
                  <a:sym typeface="Noto Sans JP"/>
                </a:rPr>
                <a:t>/</a:t>
              </a:r>
              <a:r>
                <a:rPr lang="ja-JP" altLang="en-US" sz="1600" spc="300" dirty="0">
                  <a:solidFill>
                    <a:srgbClr val="1A1A1A"/>
                  </a:solidFill>
                  <a:latin typeface="Noto Sans JP"/>
                  <a:ea typeface="Noto Sans JP"/>
                  <a:sym typeface="Noto Sans JP"/>
                </a:rPr>
                <a:t>釣り</a:t>
              </a:r>
              <a:endParaRPr lang="en-US" altLang="ja-JP" sz="1600" spc="300" dirty="0">
                <a:solidFill>
                  <a:srgbClr val="1A1A1A"/>
                </a:solidFill>
                <a:latin typeface="Noto Sans JP"/>
                <a:ea typeface="Noto Sans JP"/>
                <a:sym typeface="Noto Sans JP"/>
              </a:endParaRPr>
            </a:p>
          </p:txBody>
        </p:sp>
        <p:sp>
          <p:nvSpPr>
            <p:cNvPr id="32" name="四角形: 角を丸くする 31">
              <a:extLst>
                <a:ext uri="{FF2B5EF4-FFF2-40B4-BE49-F238E27FC236}">
                  <a16:creationId xmlns:a16="http://schemas.microsoft.com/office/drawing/2014/main" id="{A72A9BBC-6D76-BA2E-8CF4-B82AE99E8DBF}"/>
                </a:ext>
              </a:extLst>
            </p:cNvPr>
            <p:cNvSpPr/>
            <p:nvPr/>
          </p:nvSpPr>
          <p:spPr>
            <a:xfrm>
              <a:off x="4629570" y="3836573"/>
              <a:ext cx="1458994" cy="375683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>
              <a:noAutofit/>
            </a:bodyPr>
            <a:lstStyle/>
            <a:p>
              <a:pPr algn="ctr"/>
              <a:r>
                <a:rPr kumimoji="1" lang="ja-JP" altLang="en-US" sz="1600" b="1" spc="600" dirty="0"/>
                <a:t>趣味</a:t>
              </a:r>
            </a:p>
          </p:txBody>
        </p:sp>
      </p:grp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3D7A4807-6CE8-CD99-0969-6291F41E4ED5}"/>
              </a:ext>
            </a:extLst>
          </p:cNvPr>
          <p:cNvGrpSpPr/>
          <p:nvPr/>
        </p:nvGrpSpPr>
        <p:grpSpPr>
          <a:xfrm>
            <a:off x="4629570" y="2131819"/>
            <a:ext cx="6508361" cy="360000"/>
            <a:chOff x="4629571" y="1999418"/>
            <a:chExt cx="6508361" cy="375683"/>
          </a:xfrm>
        </p:grpSpPr>
        <p:sp>
          <p:nvSpPr>
            <p:cNvPr id="34" name="Google Shape;96;p14">
              <a:extLst>
                <a:ext uri="{FF2B5EF4-FFF2-40B4-BE49-F238E27FC236}">
                  <a16:creationId xmlns:a16="http://schemas.microsoft.com/office/drawing/2014/main" id="{F26D0C58-0FEC-0514-453B-DA8DCF49D4DE}"/>
                </a:ext>
              </a:extLst>
            </p:cNvPr>
            <p:cNvSpPr txBox="1"/>
            <p:nvPr/>
          </p:nvSpPr>
          <p:spPr>
            <a:xfrm>
              <a:off x="6289632" y="2064148"/>
              <a:ext cx="4848300" cy="2569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ja-JP" altLang="en-US" sz="1600" spc="3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データ解析：予測モデルの構築</a:t>
              </a:r>
            </a:p>
          </p:txBody>
        </p:sp>
        <p:sp>
          <p:nvSpPr>
            <p:cNvPr id="36" name="四角形: 角を丸くする 35">
              <a:extLst>
                <a:ext uri="{FF2B5EF4-FFF2-40B4-BE49-F238E27FC236}">
                  <a16:creationId xmlns:a16="http://schemas.microsoft.com/office/drawing/2014/main" id="{63AD6057-35C6-7776-5A79-F17651FC5290}"/>
                </a:ext>
              </a:extLst>
            </p:cNvPr>
            <p:cNvSpPr/>
            <p:nvPr/>
          </p:nvSpPr>
          <p:spPr>
            <a:xfrm>
              <a:off x="4629571" y="1999418"/>
              <a:ext cx="1458994" cy="375683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>
              <a:noAutofit/>
            </a:bodyPr>
            <a:lstStyle/>
            <a:p>
              <a:pPr algn="ctr"/>
              <a:r>
                <a:rPr kumimoji="1" lang="ja-JP" altLang="en-US" sz="1600" b="1" spc="600" dirty="0"/>
                <a:t>研究内容</a:t>
              </a:r>
            </a:p>
          </p:txBody>
        </p:sp>
      </p:grpSp>
      <p:grpSp>
        <p:nvGrpSpPr>
          <p:cNvPr id="50" name="グループ化 49">
            <a:extLst>
              <a:ext uri="{FF2B5EF4-FFF2-40B4-BE49-F238E27FC236}">
                <a16:creationId xmlns:a16="http://schemas.microsoft.com/office/drawing/2014/main" id="{8D859623-0A0B-9FE5-9B92-95E6566D57B5}"/>
              </a:ext>
            </a:extLst>
          </p:cNvPr>
          <p:cNvGrpSpPr/>
          <p:nvPr/>
        </p:nvGrpSpPr>
        <p:grpSpPr>
          <a:xfrm>
            <a:off x="4629570" y="5110969"/>
            <a:ext cx="6508361" cy="360000"/>
            <a:chOff x="4629570" y="4448958"/>
            <a:chExt cx="6508361" cy="375683"/>
          </a:xfrm>
        </p:grpSpPr>
        <p:sp>
          <p:nvSpPr>
            <p:cNvPr id="42" name="Google Shape;96;p14">
              <a:extLst>
                <a:ext uri="{FF2B5EF4-FFF2-40B4-BE49-F238E27FC236}">
                  <a16:creationId xmlns:a16="http://schemas.microsoft.com/office/drawing/2014/main" id="{C377ABC1-2FC1-94D4-5D39-ED8226E0AFCB}"/>
                </a:ext>
              </a:extLst>
            </p:cNvPr>
            <p:cNvSpPr txBox="1"/>
            <p:nvPr/>
          </p:nvSpPr>
          <p:spPr>
            <a:xfrm>
              <a:off x="6289631" y="4513688"/>
              <a:ext cx="48483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600" spc="300" dirty="0">
                  <a:solidFill>
                    <a:srgbClr val="1A1A1A"/>
                  </a:solidFill>
                  <a:latin typeface="Noto Sans JP"/>
                  <a:ea typeface="Noto Sans JP"/>
                  <a:sym typeface="Noto Sans JP"/>
                </a:rPr>
                <a:t>イラストの作成</a:t>
              </a:r>
              <a:endParaRPr lang="en-US" altLang="ja-JP" sz="1600" spc="300" dirty="0">
                <a:solidFill>
                  <a:srgbClr val="1A1A1A"/>
                </a:solidFill>
                <a:latin typeface="Noto Sans JP"/>
                <a:ea typeface="Noto Sans JP"/>
                <a:sym typeface="Noto Sans JP"/>
              </a:endParaRPr>
            </a:p>
          </p:txBody>
        </p:sp>
        <p:sp>
          <p:nvSpPr>
            <p:cNvPr id="44" name="四角形: 角を丸くする 43">
              <a:extLst>
                <a:ext uri="{FF2B5EF4-FFF2-40B4-BE49-F238E27FC236}">
                  <a16:creationId xmlns:a16="http://schemas.microsoft.com/office/drawing/2014/main" id="{D58334A7-9912-D3BC-0024-685E7599500F}"/>
                </a:ext>
              </a:extLst>
            </p:cNvPr>
            <p:cNvSpPr/>
            <p:nvPr/>
          </p:nvSpPr>
          <p:spPr>
            <a:xfrm>
              <a:off x="4629570" y="4448958"/>
              <a:ext cx="1458994" cy="375683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>
              <a:noAutofit/>
            </a:bodyPr>
            <a:lstStyle/>
            <a:p>
              <a:pPr algn="ctr"/>
              <a:r>
                <a:rPr kumimoji="1" lang="ja-JP" altLang="en-US" sz="1600" b="1" spc="600" dirty="0"/>
                <a:t>特技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0409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</Words>
  <Application>Microsoft Office PowerPoint</Application>
  <PresentationFormat>ワイド画面</PresentationFormat>
  <Paragraphs>15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Noto Sans JP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世良　愛留</dc:creator>
  <cp:lastModifiedBy>世良　愛留</cp:lastModifiedBy>
  <cp:revision>1</cp:revision>
  <dcterms:created xsi:type="dcterms:W3CDTF">2026-07-23T16:24:19Z</dcterms:created>
  <dcterms:modified xsi:type="dcterms:W3CDTF">2026-07-23T16:26:59Z</dcterms:modified>
</cp:coreProperties>
</file>